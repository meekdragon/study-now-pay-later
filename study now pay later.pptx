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7" r:id="rId8"/>
    <p:sldId id="263" r:id="rId9"/>
    <p:sldId id="264" r:id="rId10"/>
    <p:sldId id="259" r:id="rId11"/>
    <p:sldId id="265" r:id="rId12"/>
    <p:sldId id="266" r:id="rId13"/>
  </p:sldIdLst>
  <p:sldSz cx="9144000" cy="6858000" type="screen4x3"/>
  <p:notesSz cx="9144000" cy="6858000"/>
  <p:embeddedFontLst>
    <p:embeddedFont>
      <p:font typeface="Century Schoolbook" panose="02040604050505020304" pitchFamily="18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guATwLBPAuOsgfyrv/xwC2db7U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B3F4C0-F2E8-4320-A34B-0B094AA10944}">
  <a:tblStyle styleId="{6CB3F4C0-F2E8-4320-A34B-0B094AA109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1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chawda" userId="da18ca4889b0d334" providerId="LiveId" clId="{6745E18C-7F60-44F4-B89A-2980BB74510F}"/>
    <pc:docChg chg="undo custSel addSld modSld">
      <pc:chgData name="harsh chawda" userId="da18ca4889b0d334" providerId="LiveId" clId="{6745E18C-7F60-44F4-B89A-2980BB74510F}" dt="2024-11-18T03:34:55.121" v="1825" actId="20577"/>
      <pc:docMkLst>
        <pc:docMk/>
      </pc:docMkLst>
      <pc:sldChg chg="addSp modSp mod">
        <pc:chgData name="harsh chawda" userId="da18ca4889b0d334" providerId="LiveId" clId="{6745E18C-7F60-44F4-B89A-2980BB74510F}" dt="2024-11-18T03:16:37.220" v="553" actId="20577"/>
        <pc:sldMkLst>
          <pc:docMk/>
          <pc:sldMk cId="4126121126" sldId="258"/>
        </pc:sldMkLst>
        <pc:spChg chg="add mod">
          <ac:chgData name="harsh chawda" userId="da18ca4889b0d334" providerId="LiveId" clId="{6745E18C-7F60-44F4-B89A-2980BB74510F}" dt="2024-11-18T03:16:37.220" v="553" actId="20577"/>
          <ac:spMkLst>
            <pc:docMk/>
            <pc:sldMk cId="4126121126" sldId="258"/>
            <ac:spMk id="5" creationId="{409A58F9-D8C5-D509-45A0-F8281B06C82E}"/>
          </ac:spMkLst>
        </pc:spChg>
        <pc:picChg chg="add mod">
          <ac:chgData name="harsh chawda" userId="da18ca4889b0d334" providerId="LiveId" clId="{6745E18C-7F60-44F4-B89A-2980BB74510F}" dt="2024-11-18T03:07:08.202" v="0"/>
          <ac:picMkLst>
            <pc:docMk/>
            <pc:sldMk cId="4126121126" sldId="258"/>
            <ac:picMk id="4" creationId="{C6B2C919-B73A-0BE9-10F9-0D3798D3F306}"/>
          </ac:picMkLst>
        </pc:picChg>
      </pc:sldChg>
      <pc:sldChg chg="addSp modSp">
        <pc:chgData name="harsh chawda" userId="da18ca4889b0d334" providerId="LiveId" clId="{6745E18C-7F60-44F4-B89A-2980BB74510F}" dt="2024-11-18T03:07:21.518" v="6"/>
        <pc:sldMkLst>
          <pc:docMk/>
          <pc:sldMk cId="437829837" sldId="259"/>
        </pc:sldMkLst>
        <pc:picChg chg="add mod">
          <ac:chgData name="harsh chawda" userId="da18ca4889b0d334" providerId="LiveId" clId="{6745E18C-7F60-44F4-B89A-2980BB74510F}" dt="2024-11-18T03:07:21.518" v="6"/>
          <ac:picMkLst>
            <pc:docMk/>
            <pc:sldMk cId="437829837" sldId="259"/>
            <ac:picMk id="4" creationId="{FB5D3E41-0075-3CFD-B1D9-772759AB9425}"/>
          </ac:picMkLst>
        </pc:picChg>
      </pc:sldChg>
      <pc:sldChg chg="addSp modSp mod">
        <pc:chgData name="harsh chawda" userId="da18ca4889b0d334" providerId="LiveId" clId="{6745E18C-7F60-44F4-B89A-2980BB74510F}" dt="2024-11-18T03:34:55.121" v="1825" actId="20577"/>
        <pc:sldMkLst>
          <pc:docMk/>
          <pc:sldMk cId="1451029745" sldId="260"/>
        </pc:sldMkLst>
        <pc:spChg chg="mod">
          <ac:chgData name="harsh chawda" userId="da18ca4889b0d334" providerId="LiveId" clId="{6745E18C-7F60-44F4-B89A-2980BB74510F}" dt="2024-11-18T03:34:55.121" v="1825" actId="20577"/>
          <ac:spMkLst>
            <pc:docMk/>
            <pc:sldMk cId="1451029745" sldId="260"/>
            <ac:spMk id="4" creationId="{81D56E14-A265-26DE-9DC7-6B5FA4B98182}"/>
          </ac:spMkLst>
        </pc:spChg>
        <pc:picChg chg="add mod">
          <ac:chgData name="harsh chawda" userId="da18ca4889b0d334" providerId="LiveId" clId="{6745E18C-7F60-44F4-B89A-2980BB74510F}" dt="2024-11-18T03:07:10.967" v="1"/>
          <ac:picMkLst>
            <pc:docMk/>
            <pc:sldMk cId="1451029745" sldId="260"/>
            <ac:picMk id="5" creationId="{93C62242-91BB-F5E8-72A1-EADCF4811CF2}"/>
          </ac:picMkLst>
        </pc:picChg>
      </pc:sldChg>
      <pc:sldChg chg="addSp modSp">
        <pc:chgData name="harsh chawda" userId="da18ca4889b0d334" providerId="LiveId" clId="{6745E18C-7F60-44F4-B89A-2980BB74510F}" dt="2024-11-18T03:07:12.826" v="2"/>
        <pc:sldMkLst>
          <pc:docMk/>
          <pc:sldMk cId="164473024" sldId="261"/>
        </pc:sldMkLst>
        <pc:picChg chg="add mod">
          <ac:chgData name="harsh chawda" userId="da18ca4889b0d334" providerId="LiveId" clId="{6745E18C-7F60-44F4-B89A-2980BB74510F}" dt="2024-11-18T03:07:12.826" v="2"/>
          <ac:picMkLst>
            <pc:docMk/>
            <pc:sldMk cId="164473024" sldId="261"/>
            <ac:picMk id="5" creationId="{5B8D8B13-0D59-38FE-07A1-6CA8AE9466F0}"/>
          </ac:picMkLst>
        </pc:picChg>
      </pc:sldChg>
      <pc:sldChg chg="addSp modSp mod">
        <pc:chgData name="harsh chawda" userId="da18ca4889b0d334" providerId="LiveId" clId="{6745E18C-7F60-44F4-B89A-2980BB74510F}" dt="2024-11-18T03:18:31.767" v="722" actId="20577"/>
        <pc:sldMkLst>
          <pc:docMk/>
          <pc:sldMk cId="1683598367" sldId="262"/>
        </pc:sldMkLst>
        <pc:spChg chg="mod">
          <ac:chgData name="harsh chawda" userId="da18ca4889b0d334" providerId="LiveId" clId="{6745E18C-7F60-44F4-B89A-2980BB74510F}" dt="2024-11-18T03:18:31.767" v="722" actId="20577"/>
          <ac:spMkLst>
            <pc:docMk/>
            <pc:sldMk cId="1683598367" sldId="262"/>
            <ac:spMk id="5" creationId="{26F841A5-EA24-0BDA-D26F-C6B49E563E27}"/>
          </ac:spMkLst>
        </pc:spChg>
        <pc:picChg chg="add mod">
          <ac:chgData name="harsh chawda" userId="da18ca4889b0d334" providerId="LiveId" clId="{6745E18C-7F60-44F4-B89A-2980BB74510F}" dt="2024-11-18T03:07:15.455" v="3"/>
          <ac:picMkLst>
            <pc:docMk/>
            <pc:sldMk cId="1683598367" sldId="262"/>
            <ac:picMk id="4" creationId="{3FBC5208-E8FD-C92B-A828-C33C5CECE71C}"/>
          </ac:picMkLst>
        </pc:picChg>
      </pc:sldChg>
      <pc:sldChg chg="addSp modSp mod">
        <pc:chgData name="harsh chawda" userId="da18ca4889b0d334" providerId="LiveId" clId="{6745E18C-7F60-44F4-B89A-2980BB74510F}" dt="2024-11-18T03:29:08.952" v="1735" actId="20577"/>
        <pc:sldMkLst>
          <pc:docMk/>
          <pc:sldMk cId="3955941820" sldId="263"/>
        </pc:sldMkLst>
        <pc:spChg chg="mod">
          <ac:chgData name="harsh chawda" userId="da18ca4889b0d334" providerId="LiveId" clId="{6745E18C-7F60-44F4-B89A-2980BB74510F}" dt="2024-11-18T03:29:08.952" v="1735" actId="20577"/>
          <ac:spMkLst>
            <pc:docMk/>
            <pc:sldMk cId="3955941820" sldId="263"/>
            <ac:spMk id="4" creationId="{AE3F8C9D-102F-50F2-3417-8A007781BE54}"/>
          </ac:spMkLst>
        </pc:spChg>
        <pc:picChg chg="add mod">
          <ac:chgData name="harsh chawda" userId="da18ca4889b0d334" providerId="LiveId" clId="{6745E18C-7F60-44F4-B89A-2980BB74510F}" dt="2024-11-18T03:07:17.955" v="4"/>
          <ac:picMkLst>
            <pc:docMk/>
            <pc:sldMk cId="3955941820" sldId="263"/>
            <ac:picMk id="5" creationId="{17DB36E3-ABB1-20B4-C32C-5634E62274DD}"/>
          </ac:picMkLst>
        </pc:picChg>
      </pc:sldChg>
      <pc:sldChg chg="addSp modSp mod">
        <pc:chgData name="harsh chawda" userId="da18ca4889b0d334" providerId="LiveId" clId="{6745E18C-7F60-44F4-B89A-2980BB74510F}" dt="2024-11-18T03:30:01.269" v="1761" actId="20577"/>
        <pc:sldMkLst>
          <pc:docMk/>
          <pc:sldMk cId="935049529" sldId="264"/>
        </pc:sldMkLst>
        <pc:spChg chg="mod">
          <ac:chgData name="harsh chawda" userId="da18ca4889b0d334" providerId="LiveId" clId="{6745E18C-7F60-44F4-B89A-2980BB74510F}" dt="2024-11-18T03:30:01.269" v="1761" actId="20577"/>
          <ac:spMkLst>
            <pc:docMk/>
            <pc:sldMk cId="935049529" sldId="264"/>
            <ac:spMk id="2" creationId="{1F3B6826-1535-7FC6-522F-D25459382D49}"/>
          </ac:spMkLst>
        </pc:spChg>
        <pc:spChg chg="mod">
          <ac:chgData name="harsh chawda" userId="da18ca4889b0d334" providerId="LiveId" clId="{6745E18C-7F60-44F4-B89A-2980BB74510F}" dt="2024-11-18T03:22:31.647" v="1032" actId="20577"/>
          <ac:spMkLst>
            <pc:docMk/>
            <pc:sldMk cId="935049529" sldId="264"/>
            <ac:spMk id="4" creationId="{BE970533-14CE-9311-566E-52A970EBBBD8}"/>
          </ac:spMkLst>
        </pc:spChg>
        <pc:picChg chg="add mod">
          <ac:chgData name="harsh chawda" userId="da18ca4889b0d334" providerId="LiveId" clId="{6745E18C-7F60-44F4-B89A-2980BB74510F}" dt="2024-11-18T03:07:19.721" v="5"/>
          <ac:picMkLst>
            <pc:docMk/>
            <pc:sldMk cId="935049529" sldId="264"/>
            <ac:picMk id="5" creationId="{D20A9976-9F83-4C09-DE60-FBF631B3EF7C}"/>
          </ac:picMkLst>
        </pc:picChg>
      </pc:sldChg>
      <pc:sldChg chg="addSp modSp mod">
        <pc:chgData name="harsh chawda" userId="da18ca4889b0d334" providerId="LiveId" clId="{6745E18C-7F60-44F4-B89A-2980BB74510F}" dt="2024-11-18T03:24:18.095" v="1198" actId="20577"/>
        <pc:sldMkLst>
          <pc:docMk/>
          <pc:sldMk cId="777926240" sldId="265"/>
        </pc:sldMkLst>
        <pc:spChg chg="mod">
          <ac:chgData name="harsh chawda" userId="da18ca4889b0d334" providerId="LiveId" clId="{6745E18C-7F60-44F4-B89A-2980BB74510F}" dt="2024-11-18T03:24:18.095" v="1198" actId="20577"/>
          <ac:spMkLst>
            <pc:docMk/>
            <pc:sldMk cId="777926240" sldId="265"/>
            <ac:spMk id="4" creationId="{65116D7B-36EB-252B-9D4A-0608F726D70E}"/>
          </ac:spMkLst>
        </pc:spChg>
        <pc:picChg chg="add mod">
          <ac:chgData name="harsh chawda" userId="da18ca4889b0d334" providerId="LiveId" clId="{6745E18C-7F60-44F4-B89A-2980BB74510F}" dt="2024-11-18T03:07:24.298" v="7"/>
          <ac:picMkLst>
            <pc:docMk/>
            <pc:sldMk cId="777926240" sldId="265"/>
            <ac:picMk id="5" creationId="{2874BC67-DAD7-E65E-6A4A-CD63D2C25AF1}"/>
          </ac:picMkLst>
        </pc:picChg>
      </pc:sldChg>
      <pc:sldChg chg="addSp modSp mod">
        <pc:chgData name="harsh chawda" userId="da18ca4889b0d334" providerId="LiveId" clId="{6745E18C-7F60-44F4-B89A-2980BB74510F}" dt="2024-11-18T03:29:45.765" v="1753" actId="1076"/>
        <pc:sldMkLst>
          <pc:docMk/>
          <pc:sldMk cId="473689769" sldId="266"/>
        </pc:sldMkLst>
        <pc:spChg chg="mod">
          <ac:chgData name="harsh chawda" userId="da18ca4889b0d334" providerId="LiveId" clId="{6745E18C-7F60-44F4-B89A-2980BB74510F}" dt="2024-11-18T03:29:45.765" v="1753" actId="1076"/>
          <ac:spMkLst>
            <pc:docMk/>
            <pc:sldMk cId="473689769" sldId="266"/>
            <ac:spMk id="2" creationId="{9801400C-1F13-4811-9B57-E1CBD5D9AAD9}"/>
          </ac:spMkLst>
        </pc:spChg>
        <pc:picChg chg="add mod">
          <ac:chgData name="harsh chawda" userId="da18ca4889b0d334" providerId="LiveId" clId="{6745E18C-7F60-44F4-B89A-2980BB74510F}" dt="2024-11-18T03:07:26.689" v="8"/>
          <ac:picMkLst>
            <pc:docMk/>
            <pc:sldMk cId="473689769" sldId="266"/>
            <ac:picMk id="4" creationId="{CD2815B7-28E2-7CF1-9672-1AEBECCBFB73}"/>
          </ac:picMkLst>
        </pc:picChg>
      </pc:sldChg>
      <pc:sldChg chg="addSp modSp new mod">
        <pc:chgData name="harsh chawda" userId="da18ca4889b0d334" providerId="LiveId" clId="{6745E18C-7F60-44F4-B89A-2980BB74510F}" dt="2024-11-18T03:34:10.210" v="1799" actId="20577"/>
        <pc:sldMkLst>
          <pc:docMk/>
          <pc:sldMk cId="890013066" sldId="267"/>
        </pc:sldMkLst>
        <pc:spChg chg="mod">
          <ac:chgData name="harsh chawda" userId="da18ca4889b0d334" providerId="LiveId" clId="{6745E18C-7F60-44F4-B89A-2980BB74510F}" dt="2024-11-18T03:34:10.210" v="1799" actId="20577"/>
          <ac:spMkLst>
            <pc:docMk/>
            <pc:sldMk cId="890013066" sldId="267"/>
            <ac:spMk id="2" creationId="{0838CCB3-33AB-7029-1CEF-398AB5A0E024}"/>
          </ac:spMkLst>
        </pc:spChg>
        <pc:picChg chg="add mod">
          <ac:chgData name="harsh chawda" userId="da18ca4889b0d334" providerId="LiveId" clId="{6745E18C-7F60-44F4-B89A-2980BB74510F}" dt="2024-11-18T03:33:44.367" v="1767" actId="14100"/>
          <ac:picMkLst>
            <pc:docMk/>
            <pc:sldMk cId="890013066" sldId="267"/>
            <ac:picMk id="4" creationId="{C6AA2417-B8D3-6CC9-3F7D-1DEA567C838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" name="Google Shape;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cc8714c89_0_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g5cc8714c8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8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8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/>
          <p:nvPr/>
        </p:nvSpPr>
        <p:spPr>
          <a:xfrm>
            <a:off x="0" y="5816578"/>
            <a:ext cx="1062142" cy="104141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006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7"/>
          <p:cNvSpPr/>
          <p:nvPr/>
        </p:nvSpPr>
        <p:spPr>
          <a:xfrm>
            <a:off x="0" y="5638800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 extrusionOk="0">
                <a:moveTo>
                  <a:pt x="0" y="152400"/>
                </a:moveTo>
                <a:lnTo>
                  <a:pt x="9144000" y="152400"/>
                </a:lnTo>
                <a:lnTo>
                  <a:pt x="91440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27"/>
          <p:cNvSpPr txBox="1">
            <a:spLocks noGrp="1"/>
          </p:cNvSpPr>
          <p:nvPr>
            <p:ph type="title"/>
          </p:nvPr>
        </p:nvSpPr>
        <p:spPr>
          <a:xfrm>
            <a:off x="1753870" y="482930"/>
            <a:ext cx="5636259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chemeClr val="hlink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body" idx="1"/>
          </p:nvPr>
        </p:nvSpPr>
        <p:spPr>
          <a:xfrm>
            <a:off x="535940" y="1570180"/>
            <a:ext cx="8073390" cy="340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1379347" y="5917197"/>
            <a:ext cx="7220584" cy="768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1" i="0" u="none" strike="noStrike" cap="none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snim.edu.in/documents/104/BNPL_Paper-13-27.pdf" TargetMode="External"/><Relationship Id="rId2" Type="http://schemas.openxmlformats.org/officeDocument/2006/relationships/hyperlink" Target="https://www.researchgate.net/publication/363915999_A_Research_on_Buy_Now_Pay_Later_Model_of_Amazo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1280160" y="5943053"/>
            <a:ext cx="7496601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MITSoC,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514600" y="3840480"/>
            <a:ext cx="373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9762" marR="0" lvl="0" indent="-51911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>
            <a:spLocks noGrp="1"/>
          </p:cNvSpPr>
          <p:nvPr>
            <p:ph type="title"/>
          </p:nvPr>
        </p:nvSpPr>
        <p:spPr>
          <a:xfrm>
            <a:off x="267300" y="1951900"/>
            <a:ext cx="86094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dirty="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“Study Now, Pay Later”</a:t>
            </a:r>
            <a:endParaRPr dirty="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822787" y="3387039"/>
            <a:ext cx="74967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MITU21BTCS0229:- Harsh Chawda 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MITU21BTCS0353:- Nikhil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Thorat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Times New Roman"/>
                <a:ea typeface="Times New Roman"/>
                <a:cs typeface="Times New Roman"/>
                <a:sym typeface="Times New Roman"/>
              </a:rPr>
              <a:t>Prof. Pratiksha </a:t>
            </a:r>
            <a:r>
              <a:rPr lang="en-US" sz="1600" b="1" dirty="0" err="1">
                <a:latin typeface="Times New Roman"/>
                <a:ea typeface="Times New Roman"/>
                <a:cs typeface="Times New Roman"/>
                <a:sym typeface="Times New Roman"/>
              </a:rPr>
              <a:t>Dhande</a:t>
            </a:r>
            <a:endParaRPr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2878691" y="555528"/>
            <a:ext cx="338488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</a:t>
            </a:r>
            <a:endParaRPr/>
          </a:p>
        </p:txBody>
      </p:sp>
      <p:pic>
        <p:nvPicPr>
          <p:cNvPr id="51" name="Google Shape;5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5cc8714c89_0_4"/>
          <p:cNvSpPr txBox="1">
            <a:spLocks noGrp="1"/>
          </p:cNvSpPr>
          <p:nvPr>
            <p:ph type="title"/>
          </p:nvPr>
        </p:nvSpPr>
        <p:spPr>
          <a:xfrm>
            <a:off x="830592" y="358351"/>
            <a:ext cx="693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>
              <a:solidFill>
                <a:srgbClr val="073763"/>
              </a:solidFill>
            </a:endParaRPr>
          </a:p>
        </p:txBody>
      </p:sp>
      <p:sp>
        <p:nvSpPr>
          <p:cNvPr id="57" name="Google Shape;57;g5cc8714c89_0_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8" name="Google Shape;58;g5cc8714c89_0_4"/>
          <p:cNvSpPr txBox="1"/>
          <p:nvPr/>
        </p:nvSpPr>
        <p:spPr>
          <a:xfrm>
            <a:off x="1379346" y="6055962"/>
            <a:ext cx="7378753" cy="6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no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Engineering, MITSoE, Loni Kalbhor</a:t>
            </a:r>
            <a:endParaRPr sz="1800" b="1" i="1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" name="Google Shape;59;g5cc8714c89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5cc8714c89_0_4"/>
          <p:cNvSpPr txBox="1"/>
          <p:nvPr/>
        </p:nvSpPr>
        <p:spPr>
          <a:xfrm>
            <a:off x="830590" y="1284140"/>
            <a:ext cx="7848600" cy="47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 &amp; Methods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gaps &amp; scope of work 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sz="2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EF44-CCAF-A4A3-FB85-2D112F52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55616-3583-0772-F22C-FCD880B786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4" name="Google Shape;59;g5cc8714c89_0_4">
            <a:extLst>
              <a:ext uri="{FF2B5EF4-FFF2-40B4-BE49-F238E27FC236}">
                <a16:creationId xmlns:a16="http://schemas.microsoft.com/office/drawing/2014/main" id="{C6B2C919-B73A-0BE9-10F9-0D3798D3F30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9A58F9-D8C5-D509-45A0-F8281B06C82E}"/>
              </a:ext>
            </a:extLst>
          </p:cNvPr>
          <p:cNvSpPr txBox="1"/>
          <p:nvPr/>
        </p:nvSpPr>
        <p:spPr>
          <a:xfrm>
            <a:off x="923365" y="1452282"/>
            <a:ext cx="7162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</a:t>
            </a:r>
            <a:r>
              <a:rPr lang="en-IN" sz="1800" b="1" dirty="0"/>
              <a:t>Study Now, Pay Later (SNPL)</a:t>
            </a:r>
            <a:r>
              <a:rPr lang="en-IN" sz="1800" dirty="0"/>
              <a:t> concept is a growing trend in education financing, particularly in secondary and higher education and co-curricular activities , designed to help students access quality education without the immediate financial burden of tuition fees , classes or course subscription , books ,course materials . It is a financial model that allows students to pursue their studies first and defer payment in the process slowly with monthly investment.</a:t>
            </a:r>
          </a:p>
          <a:p>
            <a:endParaRPr lang="en-IN" sz="1800" dirty="0"/>
          </a:p>
          <a:p>
            <a:r>
              <a:rPr lang="en-IN" sz="1800" dirty="0"/>
              <a:t>Our model also helps Students to create a Roadmap on the courses that a student should follow to complete a particular skill and its use in future according to company standards. This could done with the help of AIML techniques.</a:t>
            </a:r>
          </a:p>
        </p:txBody>
      </p:sp>
    </p:spTree>
    <p:extLst>
      <p:ext uri="{BB962C8B-B14F-4D97-AF65-F5344CB8AC3E}">
        <p14:creationId xmlns:p14="http://schemas.microsoft.com/office/powerpoint/2010/main" val="4126121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B3D28-180D-A6DE-CF44-FD9A32958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B2902B-2F64-52F7-EF5D-1A78605754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56E14-A265-26DE-9DC7-6B5FA4B98182}"/>
              </a:ext>
            </a:extLst>
          </p:cNvPr>
          <p:cNvSpPr txBox="1"/>
          <p:nvPr/>
        </p:nvSpPr>
        <p:spPr>
          <a:xfrm>
            <a:off x="573741" y="1434353"/>
            <a:ext cx="768275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People mostly students who want to buy Courses ,  Expensive Study Material , Expensive books , Class Subscriptions , College fees , Tuition fees face a lot of problem to arrange a large sum of Money at one time due to which they are not able to move forward in Academics . Students are even confused about what courses should be done to complete particular skill such as web dev, security etc.</a:t>
            </a:r>
          </a:p>
        </p:txBody>
      </p:sp>
      <p:pic>
        <p:nvPicPr>
          <p:cNvPr id="5" name="Google Shape;59;g5cc8714c89_0_4">
            <a:extLst>
              <a:ext uri="{FF2B5EF4-FFF2-40B4-BE49-F238E27FC236}">
                <a16:creationId xmlns:a16="http://schemas.microsoft.com/office/drawing/2014/main" id="{93C62242-91BB-F5E8-72A1-EADCF4811CF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1029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1AA9-5BC4-6D55-4491-6E69B5821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070353-3116-7CC5-A9AA-C5389562D5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75AB3-0F7A-9316-83E8-E0C6757EB922}"/>
              </a:ext>
            </a:extLst>
          </p:cNvPr>
          <p:cNvSpPr txBox="1"/>
          <p:nvPr/>
        </p:nvSpPr>
        <p:spPr>
          <a:xfrm>
            <a:off x="448235" y="1434353"/>
            <a:ext cx="75931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main solution to this problem is to develop an app that is totally based on lending money to buy the required academics items and then pay it afterwards </a:t>
            </a:r>
            <a:r>
              <a:rPr lang="en-IN" sz="2000" dirty="0" err="1"/>
              <a:t>i.e</a:t>
            </a:r>
            <a:r>
              <a:rPr lang="en-IN" sz="2000" dirty="0"/>
              <a:t> either in the upcoming month or in EMI’s . This will help people to focus more on studying than bothering about money related issue at the present time. </a:t>
            </a:r>
          </a:p>
        </p:txBody>
      </p:sp>
      <p:pic>
        <p:nvPicPr>
          <p:cNvPr id="5" name="Google Shape;59;g5cc8714c89_0_4">
            <a:extLst>
              <a:ext uri="{FF2B5EF4-FFF2-40B4-BE49-F238E27FC236}">
                <a16:creationId xmlns:a16="http://schemas.microsoft.com/office/drawing/2014/main" id="{5B8D8B13-0D59-38FE-07A1-6CA8AE9466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47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89C8A-2851-D1AF-2644-70DDBA3F2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870" y="482930"/>
            <a:ext cx="6610201" cy="1354217"/>
          </a:xfrm>
        </p:spPr>
        <p:txBody>
          <a:bodyPr/>
          <a:lstStyle/>
          <a:p>
            <a:r>
              <a:rPr lang="en-IN" dirty="0"/>
              <a:t>Concepts &amp;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F229E5-E0D4-4BEA-99C2-40F175DA87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841A5-EA24-0BDA-D26F-C6B49E563E27}"/>
              </a:ext>
            </a:extLst>
          </p:cNvPr>
          <p:cNvSpPr txBox="1"/>
          <p:nvPr/>
        </p:nvSpPr>
        <p:spPr>
          <a:xfrm>
            <a:off x="726141" y="1443318"/>
            <a:ext cx="7467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To Create a web app with various materials to study and a roadmap to follow.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To authorize user using their id proofs 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To check and sanction their limit according to their credit score or a certain sum of money can be sanctioned for person with no pan card or credit score 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OTP will be generated to check with registered number.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The user will select the service and proceed for payment option.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The payment screen will have both option for pay later , UPI ,Card etc.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OTP will be generated for confirmation of the purchase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The User will then select to the schemes of repayment available to him.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Successfully Bought screen will be shown .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pic>
        <p:nvPicPr>
          <p:cNvPr id="4" name="Google Shape;59;g5cc8714c89_0_4">
            <a:extLst>
              <a:ext uri="{FF2B5EF4-FFF2-40B4-BE49-F238E27FC236}">
                <a16:creationId xmlns:a16="http://schemas.microsoft.com/office/drawing/2014/main" id="{3FBC5208-E8FD-C92B-A828-C33C5CECE71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3598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8CCB3-33AB-7029-1CEF-398AB5A0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870" y="482930"/>
            <a:ext cx="5636259" cy="615553"/>
          </a:xfrm>
        </p:spPr>
        <p:txBody>
          <a:bodyPr/>
          <a:lstStyle/>
          <a:p>
            <a:r>
              <a:rPr lang="en-IN" sz="4000" dirty="0"/>
              <a:t>Concept and Method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705D86-403A-AD7B-F752-7C925E5E6D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A2417-B8D3-6CC9-3F7D-1DEA567C8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988" y="1443317"/>
            <a:ext cx="4829810" cy="394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13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5F538-8F59-D843-5AF6-F0A84DA27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870" y="482930"/>
            <a:ext cx="5636259" cy="1354217"/>
          </a:xfrm>
        </p:spPr>
        <p:txBody>
          <a:bodyPr/>
          <a:lstStyle/>
          <a:p>
            <a:r>
              <a:rPr lang="en-IN" dirty="0"/>
              <a:t>Identification of Gaps.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89C32E-4486-DDD3-3FEC-7EE4D19D82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F8C9D-102F-50F2-3417-8A007781BE54}"/>
              </a:ext>
            </a:extLst>
          </p:cNvPr>
          <p:cNvSpPr txBox="1"/>
          <p:nvPr/>
        </p:nvSpPr>
        <p:spPr>
          <a:xfrm>
            <a:off x="537882" y="2079812"/>
            <a:ext cx="76917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There will security concern as transaction is involved.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Fake purchases of less useful materials.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Non repayment of the EMI’s,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Students not following a particular roadmap.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Sometimes noon repayment would lead to higher total amount than borrowed,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Fake personal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Difficulties in implementing a Roadmap as there are lot of materials available in the market, to sort them out will be a hectic task. </a:t>
            </a:r>
          </a:p>
        </p:txBody>
      </p:sp>
      <p:pic>
        <p:nvPicPr>
          <p:cNvPr id="5" name="Google Shape;59;g5cc8714c89_0_4">
            <a:extLst>
              <a:ext uri="{FF2B5EF4-FFF2-40B4-BE49-F238E27FC236}">
                <a16:creationId xmlns:a16="http://schemas.microsoft.com/office/drawing/2014/main" id="{17DB36E3-ABB1-20B4-C32C-5634E62274D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5941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6826-1535-7FC6-522F-D25459382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of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67C375-B7C8-630D-5B36-A0252742AB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70533-14CE-9311-566E-52A970EBBBD8}"/>
              </a:ext>
            </a:extLst>
          </p:cNvPr>
          <p:cNvSpPr txBox="1"/>
          <p:nvPr/>
        </p:nvSpPr>
        <p:spPr>
          <a:xfrm>
            <a:off x="753035" y="1819835"/>
            <a:ext cx="774550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It could be used in multiple platforms to Buy required study materials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It could solve money related issue.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With age of digital learning people could adapt to new technological certificate and courses through which they can learn easily.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Bookworms could buy books.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It could help share the financial risk between the ledger and the student .It could help in collaborating with freelancer to sites for future earnings.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It a help to ease of sudden financial issue.</a:t>
            </a:r>
          </a:p>
        </p:txBody>
      </p:sp>
      <p:pic>
        <p:nvPicPr>
          <p:cNvPr id="5" name="Google Shape;59;g5cc8714c89_0_4">
            <a:extLst>
              <a:ext uri="{FF2B5EF4-FFF2-40B4-BE49-F238E27FC236}">
                <a16:creationId xmlns:a16="http://schemas.microsoft.com/office/drawing/2014/main" id="{D20A9976-9F83-4C09-DE60-FBF631B3EF7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504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B1767-0C26-8FB3-7C91-CF6AC0BA1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870" y="482930"/>
            <a:ext cx="5636259" cy="677108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B1F061-EA99-7439-DAB1-8E6B276CE0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B7635-FA70-60C1-6DB1-37F66788CC05}"/>
              </a:ext>
            </a:extLst>
          </p:cNvPr>
          <p:cNvSpPr txBox="1"/>
          <p:nvPr/>
        </p:nvSpPr>
        <p:spPr>
          <a:xfrm>
            <a:off x="582706" y="1730189"/>
            <a:ext cx="63178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https://www.researchgate.net/publication/363915999_A_Research_on_Buy_Now_Pay_Later_Model_of_Amazon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3"/>
              </a:rPr>
              <a:t>https://msnim.edu.in/documents/104/BNPL_Paper-13-27.pdf</a:t>
            </a:r>
            <a:endParaRPr lang="en-IN" dirty="0"/>
          </a:p>
          <a:p>
            <a:endParaRPr lang="en-IN" dirty="0"/>
          </a:p>
        </p:txBody>
      </p:sp>
      <p:pic>
        <p:nvPicPr>
          <p:cNvPr id="4" name="Google Shape;59;g5cc8714c89_0_4">
            <a:extLst>
              <a:ext uri="{FF2B5EF4-FFF2-40B4-BE49-F238E27FC236}">
                <a16:creationId xmlns:a16="http://schemas.microsoft.com/office/drawing/2014/main" id="{FB5D3E41-0075-3CFD-B1D9-772759AB942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7829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16B1B-32B6-6E05-2A2B-9A2669361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870" y="482930"/>
            <a:ext cx="5636259" cy="677108"/>
          </a:xfrm>
        </p:spPr>
        <p:txBody>
          <a:bodyPr/>
          <a:lstStyle/>
          <a:p>
            <a:r>
              <a:rPr lang="en-IN" dirty="0"/>
              <a:t>Reference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3CB620-1A18-786B-23CB-E35A01AAFB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16D7B-36EB-252B-9D4A-0608F726D70E}"/>
              </a:ext>
            </a:extLst>
          </p:cNvPr>
          <p:cNvSpPr txBox="1"/>
          <p:nvPr/>
        </p:nvSpPr>
        <p:spPr>
          <a:xfrm>
            <a:off x="788894" y="1631576"/>
            <a:ext cx="6601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Based on the BNPL scheme . That is </a:t>
            </a:r>
            <a:r>
              <a:rPr lang="en-IN" sz="1800" b="1" dirty="0"/>
              <a:t>Buy Now Pay Later </a:t>
            </a:r>
          </a:p>
          <a:p>
            <a:r>
              <a:rPr lang="en-IN" sz="1800" dirty="0"/>
              <a:t>It also focuses on the AIML technique to sort out a Roadmap for courses to complete to achieve a required skill.</a:t>
            </a:r>
          </a:p>
        </p:txBody>
      </p:sp>
      <p:pic>
        <p:nvPicPr>
          <p:cNvPr id="5" name="Google Shape;59;g5cc8714c89_0_4">
            <a:extLst>
              <a:ext uri="{FF2B5EF4-FFF2-40B4-BE49-F238E27FC236}">
                <a16:creationId xmlns:a16="http://schemas.microsoft.com/office/drawing/2014/main" id="{2874BC67-DAD7-E65E-6A4A-CD63D2C25A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7926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400C-1F13-4811-9B57-E1CBD5D9A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870" y="2473094"/>
            <a:ext cx="5636259" cy="697230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90E7A3-B291-2F95-D218-19E80D039A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4" name="Google Shape;59;g5cc8714c89_0_4">
            <a:extLst>
              <a:ext uri="{FF2B5EF4-FFF2-40B4-BE49-F238E27FC236}">
                <a16:creationId xmlns:a16="http://schemas.microsoft.com/office/drawing/2014/main" id="{CD2815B7-28E2-7CF1-9672-1AEBECCBFB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812967"/>
            <a:ext cx="999854" cy="10204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3689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712</Words>
  <Application>Microsoft Office PowerPoint</Application>
  <PresentationFormat>On-screen Show (4:3)</PresentationFormat>
  <Paragraphs>90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Century Schoolbook</vt:lpstr>
      <vt:lpstr>Calibri</vt:lpstr>
      <vt:lpstr>Office Theme</vt:lpstr>
      <vt:lpstr>“Study Now, Pay Later”</vt:lpstr>
      <vt:lpstr>Outline</vt:lpstr>
      <vt:lpstr>Introduction</vt:lpstr>
      <vt:lpstr>Problem Statement</vt:lpstr>
      <vt:lpstr>Objectives</vt:lpstr>
      <vt:lpstr>Concepts &amp; Methods</vt:lpstr>
      <vt:lpstr>Concept and Method</vt:lpstr>
      <vt:lpstr>Identification of Gaps.</vt:lpstr>
      <vt:lpstr>Scope of Work</vt:lpstr>
      <vt:lpstr>Literature Review</vt:lpstr>
      <vt:lpstr>Reference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"Design &amp; Developed of Micro Loitering Munition UCAV”</dc:title>
  <dc:creator>Hp</dc:creator>
  <cp:lastModifiedBy>harsh chawda</cp:lastModifiedBy>
  <cp:revision>5</cp:revision>
  <dcterms:created xsi:type="dcterms:W3CDTF">2018-12-06T11:05:22Z</dcterms:created>
  <dcterms:modified xsi:type="dcterms:W3CDTF">2024-11-18T03:35:04Z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2017-02-01T00:00:00Z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2018-12-06T00:00:00Z</vt:filetime>
  </property>
</Properties>
</file>